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BFCE0-61A4-44BE-BBC4-DE5A75B39D00}" type="datetimeFigureOut">
              <a:rPr lang="vi-VN" smtClean="0"/>
              <a:t>11/12/2025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6AAD-59C3-42B9-AA93-1EEF6495089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335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98B0A-28DD-AFED-F678-97D9C559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42E86-7AB4-E015-4BB6-236D14514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3087D-D923-A0D5-AD14-D2369B54E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F56B5-5691-E5D3-33B4-D9E0D15D9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5026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EE8A-2BDA-D586-67E7-6E51042D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A53C1-39DA-9479-81B1-F049B534E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FA749-F7F2-9E27-17B5-8159893E2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95FB0-BE95-644C-FEC1-6A1A14D95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47831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AB19-3BBB-1C30-02E3-BCF3561E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FADE5-C893-95DD-F65B-FB44AC7E6D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B465B-5209-4933-1E75-D6A3124C8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B718D-4A89-8983-8687-65F4FC1E5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427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7ACC-BDBF-A3D4-6868-CE218FF1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C5A3E-D6EE-4B36-BED9-884F7C9AD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41FB5-9E3D-D616-E4B2-C4754EDE3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32686-2D87-E665-17B3-CE1F10179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4194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645A-AAE4-FC7B-7217-B57A1BA9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F424A-DD3B-7798-74E5-21E33D0CC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33506-4291-9195-6722-5089D3C3C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402E3-DE6A-A61E-449F-517311344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8908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74DB-CC74-F3A4-0F22-BCD9AC50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9EE70-3847-2A8B-4CA5-F8E9F52DE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94DB8-C111-B868-9355-E7A49BFFB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0808F-05BC-CE6B-057D-8095CDCA9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8409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6518-7AE9-6DCC-8B73-A7719995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55559-4007-BECE-9EFE-F62983CED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876BC-AC19-3CBF-0351-E1C75040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F43BC-1DC1-74F8-D8F7-E0679E911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03400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D7E4-1F29-F810-A008-A084C9C2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4A2C2-B062-1C53-835A-A6391790B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39702-281D-F01B-44E7-2A1FB4002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9436F-617C-C954-92B1-F7F25C400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8665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C66E-ED1E-A228-A88A-54179547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2C4F5-2F63-D7DA-47FD-B77F75B8B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FDE8E-CF52-FDA3-4E15-537A3EB02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C50AB-F916-FC8A-5553-2D5F4541D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737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128" y="1954677"/>
            <a:ext cx="9009185" cy="1470025"/>
          </a:xfrm>
        </p:spPr>
        <p:txBody>
          <a:bodyPr>
            <a:normAutofit fontScale="90000"/>
          </a:bodyPr>
          <a:lstStyle/>
          <a:p>
            <a:r>
              <a:rPr lang="vi-VN" dirty="0"/>
              <a:t>Bài thuyết trình kèm ghi chú của người nói được tạo bởi AI (tự động thuyết minh)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6091" y="3424702"/>
            <a:ext cx="6400800" cy="1752600"/>
          </a:xfrm>
        </p:spPr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+mj-lt"/>
              </a:rPr>
              <a:t>Môn học: Khai phá dữ liệu</a:t>
            </a:r>
          </a:p>
          <a:p>
            <a:r>
              <a:rPr lang="vi-VN" sz="1800" dirty="0">
                <a:solidFill>
                  <a:schemeClr val="tx1"/>
                </a:solidFill>
                <a:latin typeface="+mj-lt"/>
              </a:rPr>
              <a:t>Học kỳ I, năm học 2025 - 2026</a:t>
            </a:r>
            <a:endParaRPr sz="18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Picture 4" descr="A logo with blue lines&#10;&#10;AI-generated content may be incorrect.">
            <a:extLst>
              <a:ext uri="{FF2B5EF4-FFF2-40B4-BE49-F238E27FC236}">
                <a16:creationId xmlns:a16="http://schemas.microsoft.com/office/drawing/2014/main" id="{D382B001-73E8-DB1D-3C5C-4F31A928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720" y="0"/>
            <a:ext cx="1617476" cy="1617476"/>
          </a:xfrm>
          <a:prstGeom prst="rect">
            <a:avLst/>
          </a:prstGeom>
        </p:spPr>
      </p:pic>
      <p:pic>
        <p:nvPicPr>
          <p:cNvPr id="7" name="Picture 6" descr="A red and blue logo&#10;&#10;AI-generated content may be incorrect.">
            <a:extLst>
              <a:ext uri="{FF2B5EF4-FFF2-40B4-BE49-F238E27FC236}">
                <a16:creationId xmlns:a16="http://schemas.microsoft.com/office/drawing/2014/main" id="{B27DDC21-1719-F42F-7415-68CE1B016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072" y="0"/>
            <a:ext cx="1214209" cy="16174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48520DD-BA98-9EC2-0111-468A3D2FAFD4}"/>
              </a:ext>
            </a:extLst>
          </p:cNvPr>
          <p:cNvSpPr txBox="1">
            <a:spLocks/>
          </p:cNvSpPr>
          <p:nvPr/>
        </p:nvSpPr>
        <p:spPr>
          <a:xfrm>
            <a:off x="-3238502" y="4442289"/>
            <a:ext cx="9009185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i="1" dirty="0"/>
              <a:t>Sinh viên thực hiện:</a:t>
            </a:r>
          </a:p>
          <a:p>
            <a:r>
              <a:rPr lang="vi-VN" sz="1800" dirty="0"/>
              <a:t>	    Hoàng Lê Tuấn - 22001653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BD1DF71-5799-4600-92EA-EAB4799239FE}"/>
              </a:ext>
            </a:extLst>
          </p:cNvPr>
          <p:cNvSpPr txBox="1">
            <a:spLocks/>
          </p:cNvSpPr>
          <p:nvPr/>
        </p:nvSpPr>
        <p:spPr>
          <a:xfrm>
            <a:off x="1477109" y="4442289"/>
            <a:ext cx="9009185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1800" i="1" dirty="0"/>
              <a:t>Cán bộ hướng dẫn:</a:t>
            </a:r>
          </a:p>
          <a:p>
            <a:r>
              <a:rPr lang="vi-VN" sz="1800" dirty="0"/>
              <a:t>	PGS. TS. Lê Hoàng Sơn</a:t>
            </a:r>
          </a:p>
          <a:p>
            <a:r>
              <a:rPr lang="vi-VN" sz="1800" dirty="0"/>
              <a:t>                            Viện công nghệ thông tin, ĐHQGHN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vấn đề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sz="1800" b="1" dirty="0">
                <a:latin typeface="+mj-lt"/>
              </a:rPr>
              <a:t>Nhu cầu thực tế:</a:t>
            </a:r>
          </a:p>
          <a:p>
            <a:r>
              <a:rPr lang="vi-VN" sz="1800" dirty="0">
                <a:latin typeface="+mj-lt"/>
              </a:rPr>
              <a:t>Giảng viên và sinh viên mất nhiều thời gian chuẩn bị slide thuyết trình</a:t>
            </a:r>
          </a:p>
          <a:p>
            <a:r>
              <a:rPr lang="vi-VN" sz="1800" dirty="0">
                <a:latin typeface="+mj-lt"/>
              </a:rPr>
              <a:t>Cần giải pháp tự động hóa toàn diện</a:t>
            </a:r>
          </a:p>
          <a:p>
            <a:r>
              <a:rPr lang="vi-VN" sz="1800" dirty="0">
                <a:latin typeface="+mj-lt"/>
              </a:rPr>
              <a:t>Kết hợp AI tiên tiến để tạo nội dung có chất lượng cao</a:t>
            </a:r>
          </a:p>
          <a:p>
            <a:pPr marL="0" indent="0">
              <a:buNone/>
            </a:pPr>
            <a:endParaRPr lang="vi-VN" sz="1800" dirty="0">
              <a:latin typeface="+mj-lt"/>
            </a:endParaRPr>
          </a:p>
          <a:p>
            <a:pPr marL="0" indent="0">
              <a:buNone/>
            </a:pPr>
            <a:r>
              <a:rPr lang="vi-VN" sz="1800" b="1" dirty="0">
                <a:latin typeface="+mj-lt"/>
              </a:rPr>
              <a:t>Mục tiêu chính: </a:t>
            </a:r>
            <a:r>
              <a:rPr lang="vi-VN" sz="1800" dirty="0">
                <a:latin typeface="+mj-lt"/>
              </a:rPr>
              <a:t>Xây dựng hệ thống tự động tạo PowerPoint + ghi chú thuyết minh + âm thanh tiếng Việt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33A0-6632-A313-8BB3-C4FDEE69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F9A33-0870-A256-4F08-F0C27207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kỹ thuật chính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4CA2-4ADE-024F-6CCA-45EF91F74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sz="1800" dirty="0">
                <a:latin typeface="+mj-lt"/>
              </a:rPr>
              <a:t>1. RAG (Retrieval-Augmented Generation)</a:t>
            </a:r>
          </a:p>
          <a:p>
            <a:r>
              <a:rPr lang="vi-VN" sz="1800" dirty="0">
                <a:latin typeface="+mj-lt"/>
              </a:rPr>
              <a:t>Kết hợp truy xuất thông tin + sinh văn bản</a:t>
            </a:r>
          </a:p>
          <a:p>
            <a:r>
              <a:rPr lang="vi-VN" sz="1800" dirty="0">
                <a:latin typeface="+mj-lt"/>
              </a:rPr>
              <a:t>Giảm "ảo giác" AI, tăng độ chính xác</a:t>
            </a:r>
          </a:p>
          <a:p>
            <a:pPr marL="0" indent="0">
              <a:buNone/>
            </a:pPr>
            <a:endParaRPr lang="vi-VN" sz="1800" dirty="0">
              <a:latin typeface="+mj-lt"/>
            </a:endParaRPr>
          </a:p>
          <a:p>
            <a:pPr marL="0" indent="0">
              <a:buNone/>
            </a:pPr>
            <a:r>
              <a:rPr lang="vi-VN" sz="1800" dirty="0">
                <a:latin typeface="+mj-lt"/>
              </a:rPr>
              <a:t>2. Embedding &amp; FAISS</a:t>
            </a:r>
          </a:p>
          <a:p>
            <a:r>
              <a:rPr lang="vi-VN" sz="1800" dirty="0">
                <a:latin typeface="+mj-lt"/>
              </a:rPr>
              <a:t>Chuyển văn bản thành vector (paraphrase-multilingual-MiniLM-L12-v2)</a:t>
            </a:r>
          </a:p>
          <a:p>
            <a:r>
              <a:rPr lang="vi-VN" sz="1800" dirty="0">
                <a:latin typeface="+mj-lt"/>
              </a:rPr>
              <a:t>Lưu trữ &amp; tìm kiếm hiệu quả bằng FAISS</a:t>
            </a:r>
          </a:p>
          <a:p>
            <a:pPr marL="0" indent="0">
              <a:buNone/>
            </a:pPr>
            <a:endParaRPr lang="vi-VN" sz="1800" dirty="0">
              <a:latin typeface="+mj-lt"/>
            </a:endParaRPr>
          </a:p>
          <a:p>
            <a:pPr marL="0" indent="0">
              <a:buNone/>
            </a:pPr>
            <a:r>
              <a:rPr lang="vi-VN" sz="1800" dirty="0">
                <a:latin typeface="+mj-lt"/>
              </a:rPr>
              <a:t>3. Thiết kế câu lệnh (Prompt Engineering)</a:t>
            </a:r>
          </a:p>
          <a:p>
            <a:r>
              <a:rPr lang="vi-VN" sz="1800" dirty="0">
                <a:latin typeface="+mj-lt"/>
              </a:rPr>
              <a:t>Hướng dẫn AI sinh nội dung có cấu trúc</a:t>
            </a:r>
          </a:p>
        </p:txBody>
      </p:sp>
    </p:spTree>
    <p:extLst>
      <p:ext uri="{BB962C8B-B14F-4D97-AF65-F5344CB8AC3E}">
        <p14:creationId xmlns:p14="http://schemas.microsoft.com/office/powerpoint/2010/main" val="184858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D5104-5E2A-007D-E0F3-42013F64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C2A9-2EDC-DB66-DD8D-9CA8BE90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Kiến trúc hệ thống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4097-CD59-BB1E-C73C-2D4D6EF7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814" y="2514600"/>
            <a:ext cx="4360985" cy="27607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vi-VN" sz="1800" dirty="0">
                <a:latin typeface="+mj-lt"/>
              </a:rPr>
              <a:t>5 giai đoạn chính:</a:t>
            </a:r>
          </a:p>
          <a:p>
            <a:r>
              <a:rPr lang="vi-VN" sz="1800" dirty="0">
                <a:latin typeface="+mj-lt"/>
              </a:rPr>
              <a:t>Thu thập &amp; tiền xử lý dữ liệu → chuẩn hóa, phân đoạn (350-400 ký tự)</a:t>
            </a:r>
          </a:p>
          <a:p>
            <a:r>
              <a:rPr lang="vi-VN" sz="1800" dirty="0">
                <a:latin typeface="+mj-lt"/>
              </a:rPr>
              <a:t>Xây dựng chỉ mục vector → FAISS indexing</a:t>
            </a:r>
          </a:p>
          <a:p>
            <a:r>
              <a:rPr lang="vi-VN" sz="1800" dirty="0">
                <a:latin typeface="+mj-lt"/>
              </a:rPr>
              <a:t>Sinh nội dung RAG → truy xuất + tạo slide</a:t>
            </a:r>
          </a:p>
          <a:p>
            <a:r>
              <a:rPr lang="vi-VN" sz="1800" dirty="0">
                <a:latin typeface="+mj-lt"/>
              </a:rPr>
              <a:t>Tự động hóa PowerPoint → python-pptx</a:t>
            </a:r>
          </a:p>
          <a:p>
            <a:r>
              <a:rPr lang="vi-VN" sz="1800" dirty="0">
                <a:latin typeface="+mj-lt"/>
              </a:rPr>
              <a:t>Tổng hợp giọng nói → gTTS (tiếng Việt)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6BE03F89-7E53-BC65-2951-60C41BB5A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01" y="1417638"/>
            <a:ext cx="3820058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2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22ED-21F1-1C2C-186D-C26F87D9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EDF8-DDD9-1AB9-277B-70223FAC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Công nghệ sử dụng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2058-41E2-8542-89A3-32D58024B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600201"/>
            <a:ext cx="4360985" cy="3575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1800" dirty="0">
                <a:latin typeface="+mj-lt"/>
              </a:rPr>
              <a:t>Tích hợp:</a:t>
            </a:r>
          </a:p>
          <a:p>
            <a:r>
              <a:rPr lang="vi-VN" sz="1800" dirty="0">
                <a:latin typeface="+mj-lt"/>
              </a:rPr>
              <a:t>Drupal CMS (quản lý nội dung)</a:t>
            </a:r>
          </a:p>
          <a:p>
            <a:r>
              <a:rPr lang="vi-VN" sz="1800" dirty="0">
                <a:latin typeface="+mj-lt"/>
              </a:rPr>
              <a:t>Apache Superset (phân tích dữ liệu)</a:t>
            </a:r>
            <a:br>
              <a:rPr lang="vi-VN" sz="1800" dirty="0">
                <a:latin typeface="+mj-lt"/>
              </a:rPr>
            </a:br>
            <a:endParaRPr lang="vi-VN" sz="1800" dirty="0">
              <a:latin typeface="+mj-lt"/>
            </a:endParaRP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5EB42A6-105E-047F-7D63-303348D7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5" y="2104293"/>
            <a:ext cx="4429807" cy="39565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4ECAB9-6357-DD5B-7F51-3233E4CBD1D5}"/>
              </a:ext>
            </a:extLst>
          </p:cNvPr>
          <p:cNvSpPr txBox="1">
            <a:spLocks/>
          </p:cNvSpPr>
          <p:nvPr/>
        </p:nvSpPr>
        <p:spPr>
          <a:xfrm>
            <a:off x="211015" y="1600201"/>
            <a:ext cx="4360985" cy="3575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vi-VN" sz="1800" dirty="0">
                <a:latin typeface="+mj-lt"/>
              </a:rPr>
              <a:t>Mã nguồn mở:</a:t>
            </a:r>
          </a:p>
        </p:txBody>
      </p:sp>
    </p:spTree>
    <p:extLst>
      <p:ext uri="{BB962C8B-B14F-4D97-AF65-F5344CB8AC3E}">
        <p14:creationId xmlns:p14="http://schemas.microsoft.com/office/powerpoint/2010/main" val="123342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FB6E-5ABE-CA92-9B9A-4D281074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06A7-62BA-A168-C771-678F0912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Dữ liệu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DE3DC-87D3-FC57-E245-4A271BE66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9" y="1570894"/>
            <a:ext cx="8006861" cy="1143000"/>
          </a:xfrm>
        </p:spPr>
        <p:txBody>
          <a:bodyPr>
            <a:noAutofit/>
          </a:bodyPr>
          <a:lstStyle/>
          <a:p>
            <a:r>
              <a:rPr lang="vi-VN" sz="1800" dirty="0">
                <a:latin typeface="+mj-lt"/>
              </a:rPr>
              <a:t>100 - 150 mẫu tiếng Việt</a:t>
            </a:r>
          </a:p>
          <a:p>
            <a:r>
              <a:rPr lang="vi-VN" sz="1800" dirty="0">
                <a:latin typeface="+mj-lt"/>
              </a:rPr>
              <a:t>Lĩnh vực: chuyển đổi số, AI giáo dục, e-commerce, marketing, phân tích dữ liệu</a:t>
            </a:r>
          </a:p>
          <a:p>
            <a:r>
              <a:rPr lang="vi-VN" sz="1800" dirty="0">
                <a:latin typeface="+mj-lt"/>
              </a:rPr>
              <a:t>Nguồn: UIT ViNews + dữ liệu sinh tạo có kiểm soát</a:t>
            </a:r>
          </a:p>
        </p:txBody>
      </p:sp>
    </p:spTree>
    <p:extLst>
      <p:ext uri="{BB962C8B-B14F-4D97-AF65-F5344CB8AC3E}">
        <p14:creationId xmlns:p14="http://schemas.microsoft.com/office/powerpoint/2010/main" val="338682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6354-5CC0-BE29-7B6B-761BC5B7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4CB4-1521-586F-C910-F120C95A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Quy trình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5EAF-F67D-9584-D5D1-5B2EEE11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9" y="1570894"/>
            <a:ext cx="8006861" cy="1143000"/>
          </a:xfrm>
        </p:spPr>
        <p:txBody>
          <a:bodyPr>
            <a:noAutofit/>
          </a:bodyPr>
          <a:lstStyle/>
          <a:p>
            <a:r>
              <a:rPr lang="vi-VN" sz="1800" dirty="0">
                <a:latin typeface="+mj-lt"/>
              </a:rPr>
              <a:t>Câu truy vấn → embedding</a:t>
            </a:r>
          </a:p>
          <a:p>
            <a:r>
              <a:rPr lang="vi-VN" sz="1800" dirty="0">
                <a:latin typeface="+mj-lt"/>
              </a:rPr>
              <a:t>FAISS tìm top-k tài liệu tương đồng</a:t>
            </a:r>
          </a:p>
          <a:p>
            <a:r>
              <a:rPr lang="vi-VN" sz="1800" dirty="0">
                <a:latin typeface="+mj-lt"/>
              </a:rPr>
              <a:t>Kết hợp với prompt tăng cường</a:t>
            </a:r>
          </a:p>
          <a:p>
            <a:r>
              <a:rPr lang="vi-VN" sz="1800" dirty="0">
                <a:latin typeface="+mj-lt"/>
              </a:rPr>
              <a:t>Mô hình sinh tạo nội dung slide</a:t>
            </a:r>
          </a:p>
          <a:p>
            <a:r>
              <a:rPr lang="vi-VN" sz="1800" dirty="0">
                <a:latin typeface="+mj-lt"/>
              </a:rPr>
              <a:t>Tạo ghi chú thuyết minh</a:t>
            </a:r>
          </a:p>
          <a:p>
            <a:r>
              <a:rPr lang="vi-VN" sz="1800" dirty="0">
                <a:latin typeface="+mj-lt"/>
              </a:rPr>
              <a:t>Tổng hợp âm thanh MP3</a:t>
            </a:r>
          </a:p>
        </p:txBody>
      </p:sp>
    </p:spTree>
    <p:extLst>
      <p:ext uri="{BB962C8B-B14F-4D97-AF65-F5344CB8AC3E}">
        <p14:creationId xmlns:p14="http://schemas.microsoft.com/office/powerpoint/2010/main" val="74037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CC61-61FA-D5DE-8B97-6FAC698F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4350-5DA1-BF27-CF0E-8A6211AD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quả thử nghiệm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414C-A2EB-0625-1290-DAE3BD58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9" y="1570894"/>
            <a:ext cx="8006861" cy="114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1800" dirty="0">
                <a:latin typeface="+mj-lt"/>
              </a:rPr>
              <a:t>Hiệu suất hệ thống (đơn vị thời gian được tính bằng giây):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264E616-8F93-AFC2-D5ED-D112FEA0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54" y="2713894"/>
            <a:ext cx="8030091" cy="17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3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445A-FD0D-80EA-DBF2-5665759B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13DC-4119-8EF7-9659-B7A2221E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Ưu điểm và ứng dụng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B7883-BD0C-E6D1-9CC0-192D4ED81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9" y="1570894"/>
            <a:ext cx="8006861" cy="114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1800" dirty="0">
                <a:latin typeface="+mj-lt"/>
              </a:rPr>
              <a:t>Ưu điểm:</a:t>
            </a:r>
          </a:p>
          <a:p>
            <a:r>
              <a:rPr lang="vi-VN" sz="1800" dirty="0">
                <a:latin typeface="+mj-lt"/>
              </a:rPr>
              <a:t>Tiết kiệm thời gian chuẩn bị bài thuyết trình thủ công</a:t>
            </a:r>
          </a:p>
          <a:p>
            <a:r>
              <a:rPr lang="vi-VN" sz="1800" dirty="0">
                <a:latin typeface="+mj-lt"/>
              </a:rPr>
              <a:t>Nội dung từ nguồn đáng tin cậy (RAG)</a:t>
            </a:r>
          </a:p>
          <a:p>
            <a:r>
              <a:rPr lang="vi-VN" sz="1800" dirty="0">
                <a:latin typeface="+mj-lt"/>
              </a:rPr>
              <a:t>Hỗ trợ tiếng Việt tốt</a:t>
            </a:r>
          </a:p>
          <a:p>
            <a:r>
              <a:rPr lang="vi-VN" sz="1800" dirty="0">
                <a:latin typeface="+mj-lt"/>
              </a:rPr>
              <a:t>Mã nguồn mở, chi phí thấp</a:t>
            </a:r>
          </a:p>
          <a:p>
            <a:r>
              <a:rPr lang="vi-VN" sz="1800" dirty="0">
                <a:latin typeface="+mj-lt"/>
              </a:rPr>
              <a:t>Kiến trúc mô-đun, dễ mở rộng</a:t>
            </a:r>
          </a:p>
          <a:p>
            <a:pPr marL="0" indent="0">
              <a:buNone/>
            </a:pPr>
            <a:endParaRPr lang="vi-VN" sz="1800" dirty="0">
              <a:latin typeface="+mj-lt"/>
            </a:endParaRPr>
          </a:p>
          <a:p>
            <a:pPr marL="0" indent="0">
              <a:buNone/>
            </a:pPr>
            <a:r>
              <a:rPr lang="vi-VN" sz="1800" dirty="0">
                <a:latin typeface="+mj-lt"/>
              </a:rPr>
              <a:t>Ứng dụng thực tế:</a:t>
            </a:r>
          </a:p>
          <a:p>
            <a:r>
              <a:rPr lang="vi-VN" sz="1800" dirty="0">
                <a:latin typeface="+mj-lt"/>
              </a:rPr>
              <a:t>Giáo dục: chuẩn bị bài giảng</a:t>
            </a:r>
          </a:p>
          <a:p>
            <a:r>
              <a:rPr lang="vi-VN" sz="1800" dirty="0">
                <a:latin typeface="+mj-lt"/>
              </a:rPr>
              <a:t>Doanh nghiệp: báo cáo, training</a:t>
            </a:r>
          </a:p>
          <a:p>
            <a:r>
              <a:rPr lang="vi-VN" sz="1800" dirty="0">
                <a:latin typeface="+mj-lt"/>
              </a:rPr>
              <a:t>Nội dung: tạo tài liệu đa phương tiện</a:t>
            </a:r>
          </a:p>
        </p:txBody>
      </p:sp>
    </p:spTree>
    <p:extLst>
      <p:ext uri="{BB962C8B-B14F-4D97-AF65-F5344CB8AC3E}">
        <p14:creationId xmlns:p14="http://schemas.microsoft.com/office/powerpoint/2010/main" val="403322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1CA4-5D01-DF7F-9AFC-3BBD446D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1A7E-4089-55C2-8317-FE184962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Hướng phát triển tương lai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2CDA-F6AB-FF8B-A691-9B3CAECB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9" y="1570894"/>
            <a:ext cx="8006861" cy="1143000"/>
          </a:xfrm>
        </p:spPr>
        <p:txBody>
          <a:bodyPr>
            <a:noAutofit/>
          </a:bodyPr>
          <a:lstStyle/>
          <a:p>
            <a:r>
              <a:rPr lang="vi-VN" sz="1800" dirty="0">
                <a:latin typeface="+mj-lt"/>
              </a:rPr>
              <a:t>Hỗ trợ thêm ngôn ngữ khác</a:t>
            </a:r>
          </a:p>
          <a:p>
            <a:r>
              <a:rPr lang="vi-VN" sz="1800" dirty="0">
                <a:latin typeface="+mj-lt"/>
              </a:rPr>
              <a:t>Định dạng đầu ra đa dạng (HTML, PDF...)</a:t>
            </a:r>
          </a:p>
          <a:p>
            <a:r>
              <a:rPr lang="vi-VN" sz="1800" dirty="0">
                <a:latin typeface="+mj-lt"/>
              </a:rPr>
              <a:t>Tích hợp đồ thị tri thức (Knowledge Graph)</a:t>
            </a:r>
          </a:p>
          <a:p>
            <a:r>
              <a:rPr lang="vi-VN" sz="1800" dirty="0">
                <a:latin typeface="+mj-lt"/>
              </a:rPr>
              <a:t>Cải thiện chất lượng giọng nói</a:t>
            </a:r>
          </a:p>
          <a:p>
            <a:r>
              <a:rPr lang="vi-VN" sz="1800" dirty="0">
                <a:latin typeface="+mj-lt"/>
              </a:rPr>
              <a:t>Triển khai trên thiết bị biên (Edge)</a:t>
            </a:r>
          </a:p>
          <a:p>
            <a:r>
              <a:rPr lang="vi-VN" sz="1800" dirty="0">
                <a:latin typeface="+mj-lt"/>
              </a:rPr>
              <a:t>Tối ưu hóa tự động với learning</a:t>
            </a:r>
          </a:p>
        </p:txBody>
      </p:sp>
    </p:spTree>
    <p:extLst>
      <p:ext uri="{BB962C8B-B14F-4D97-AF65-F5344CB8AC3E}">
        <p14:creationId xmlns:p14="http://schemas.microsoft.com/office/powerpoint/2010/main" val="365281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769F-79A3-F4FD-386B-EB021BA2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5D9F-58E6-047F-234C-194943E0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vi-VN" dirty="0"/>
              <a:t>Cảm ơn thầy và các bạn đã quan tâm theo dõi</a:t>
            </a:r>
          </a:p>
        </p:txBody>
      </p:sp>
    </p:spTree>
    <p:extLst>
      <p:ext uri="{BB962C8B-B14F-4D97-AF65-F5344CB8AC3E}">
        <p14:creationId xmlns:p14="http://schemas.microsoft.com/office/powerpoint/2010/main" val="247711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533</Words>
  <Application>Microsoft Office PowerPoint</Application>
  <PresentationFormat>On-screen Show (4:3)</PresentationFormat>
  <Paragraphs>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Bài thuyết trình kèm ghi chú của người nói được tạo bởi AI (tự động thuyết minh) </vt:lpstr>
      <vt:lpstr>Tổng quan vấn đề</vt:lpstr>
      <vt:lpstr>Các kỹ thuật chính</vt:lpstr>
      <vt:lpstr>Kiến trúc hệ thống</vt:lpstr>
      <vt:lpstr>Công nghệ sử dụng</vt:lpstr>
      <vt:lpstr>Dữ liệu</vt:lpstr>
      <vt:lpstr>Quy trình RAG</vt:lpstr>
      <vt:lpstr>Kết quả thử nghiệm</vt:lpstr>
      <vt:lpstr>Ưu điểm và ứng dụng</vt:lpstr>
      <vt:lpstr>Hướng phát triển tương lai</vt:lpstr>
      <vt:lpstr>Cảm ơn thầy và các bạn đã quan tâm theo dõi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Hoàng Lê Tuấn</cp:lastModifiedBy>
  <cp:revision>2</cp:revision>
  <dcterms:created xsi:type="dcterms:W3CDTF">2013-01-27T09:14:16Z</dcterms:created>
  <dcterms:modified xsi:type="dcterms:W3CDTF">2025-12-11T01:28:20Z</dcterms:modified>
  <cp:category/>
</cp:coreProperties>
</file>